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Non-default</c:v>
                  </c:pt>
                  <c:pt idx="1">
                    <c:v>Default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91.93</c:v>
                </c:pt>
                <c:pt idx="1">
                  <c:v>8.07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E2E8F0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COMMONAREA MEDI</c:v>
                  </c:pt>
                  <c:pt idx="1">
                    <c:v>COMMONAREA AVG</c:v>
                  </c:pt>
                  <c:pt idx="2">
                    <c:v>COMMONAREA MODE</c:v>
                  </c:pt>
                  <c:pt idx="3">
                    <c:v>NONLIVINGAPARTMENTS MODE</c:v>
                  </c:pt>
                  <c:pt idx="4">
                    <c:v>NONLIVINGAPARTMENTS AVG</c:v>
                  </c:pt>
                  <c:pt idx="5">
                    <c:v>NONLIVINGAPARTMENTS MEDI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69.87</c:v>
                </c:pt>
                <c:pt idx="1">
                  <c:v>69.87</c:v>
                </c:pt>
                <c:pt idx="2">
                  <c:v>69.87</c:v>
                </c:pt>
                <c:pt idx="3">
                  <c:v>69.43</c:v>
                </c:pt>
                <c:pt idx="4">
                  <c:v>69.43</c:v>
                </c:pt>
                <c:pt idx="5">
                  <c:v>69.43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https://www.kaggle.com/c/home-credit-default-risk (competition overview)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https://www.kaggle.com/c/home-credit-default-risk (problem context)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https://scikit-learn.org/stable/modules/generated/sklearn.model_selection.StratifiedKFold.html
- https://scikit-learn.org/stable/modules/generated/sklearn.metrics.roc_auc_score.html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https://scikit-learn.org/stable/modules/compose.html (ColumnTransformer/Pipeline concepts)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https://scikit-learn.org/stable/modules/generated/sklearn.compose.ColumnTransformer.html
- https://scikit-learn.org/stable/modules/generated/sklearn.preprocessing.OneHotEncoder.html
- https://scikit-learn.org/stable/modules/generated/sklearn.impute.SimpleImputer.html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https://lightgbm.readthedocs.io/en/latest/pythonapi/lightgbm.LGBMClassifier.html
- https://scikit-learn.org/stable/modules/generated/sklearn.linear_model.LogisticRegression.html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https://www.kaggle.com/c/home-credit-default-risk (submission workflow context)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https://lightgbm.readthedocs.io/en/latest/Features.html (feature importance concepts)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https://scikit-learn.org/stable/modules/compose.html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https://scikit-learn.org/stable/modules/calibration.html (calibration options)
- https://shap.readthedocs.io/en/latest/ (SHAP explainability)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1488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Credit Default Risk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Python ML pipeline (preprocessing → model training → evaluation → Kaggle submission)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425196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087368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 project showcase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307,511 train rows • 48,744 test rows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5778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0020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probability of loan default (TARGET=1) for Home Credit applicants.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reproducible baseline with strong preprocessing, CV evaluation, and submission export.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diagnostics (ROC curve, feature importance, train/test score distribution) for interpretability.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502920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49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Kaggle submission CSV (SK_ID_CURR, TARGET).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plots saved to /plots (ROC, feature importance, distribution comparison).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for quick experimentation (folds, model preference, output path).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960120"/>
            <a:ext cx="523951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 (included dataset)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29400" y="160020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02082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249631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columns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1600200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72600" y="176479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72600" y="202082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48,744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72600" y="249631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columns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8036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0" y="304495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30098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58000" y="37764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24,825 / 307,511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0" y="2880360"/>
            <a:ext cx="2240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72600" y="304495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72600" y="3300984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372600" y="3776472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numeric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16052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0" y="4325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anomaly handled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458114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55,374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858000" y="50566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DAYS_EMPLOYED=365243 (18.0%)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implemented in main.py using pandas + scikit-learn, with optional LightGBM.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evaluation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0789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35024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181051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leaderboard metric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914400"/>
            <a:ext cx="3749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0" y="107899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1335024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297680" y="181051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3 folds (configurable)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914400"/>
            <a:ext cx="3593592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1078992"/>
            <a:ext cx="31363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1335024"/>
            <a:ext cx="3136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+ CSV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1810512"/>
            <a:ext cx="3136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/plots and /submissions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2240280"/>
            <a:ext cx="589788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2423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(train)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868680" y="278892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6675120" y="2240280"/>
            <a:ext cx="4919472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4944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 + stratified folds?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949440" y="2788920"/>
            <a:ext cx="4480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evaluates ranking quality across thresholds, which is robust for imbalanced defaults.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splitting preserves the ~8% default rate in each fold.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provides a more stable estimate than a single holdout.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949440" y="4251960"/>
            <a:ext cx="4480560" cy="1600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78040" y="4434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training ROC AUC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178040" y="4709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0.7487</a:t>
            </a:r>
            <a:endParaRPr lang="en-US" sz="4200" dirty="0"/>
          </a:p>
        </p:txBody>
      </p:sp>
      <p:sp>
        <p:nvSpPr>
          <p:cNvPr id="27" name="Text 24"/>
          <p:cNvSpPr/>
          <p:nvPr/>
        </p:nvSpPr>
        <p:spPr>
          <a:xfrm>
            <a:off x="7178040" y="53218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plots/train_roc_curve.png (model trained on full training set).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final model is trained on the full training set after CV; CV AUC is printed to console.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91840" cy="8686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41832" y="158191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192024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CSV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91840" cy="8686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158191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anomalies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192024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DAYS_EMPLOYED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291840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158191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48472" y="192024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impute/encode/scale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697480"/>
            <a:ext cx="3291840" cy="868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41832" y="286207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" y="320040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/ LogReg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697480"/>
            <a:ext cx="3291840" cy="868680"/>
          </a:xfrm>
          <a:prstGeom prst="roundRect">
            <a:avLst/>
          </a:prstGeom>
          <a:solidFill>
            <a:srgbClr val="FDF2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286207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45152" y="320040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+ plots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83880" y="2697480"/>
            <a:ext cx="3291840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8472" y="2862072"/>
            <a:ext cx="2962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48472" y="3200400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CSV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1687068"/>
            <a:ext cx="320040" cy="32918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18120" y="1687068"/>
            <a:ext cx="320040" cy="32918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65208" y="2340864"/>
            <a:ext cx="329184" cy="301752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2967228"/>
            <a:ext cx="320040" cy="32918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967228"/>
            <a:ext cx="320040" cy="329184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840480"/>
            <a:ext cx="11000232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39776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3434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point: main.py (argparse CLI).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is defined once and reused in CV + final training via sklearn.Pipeline.</a:t>
            </a:r>
            <a:endParaRPr lang="en-US" sz="13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are deterministic (random_state=42) and saved into structured folders.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68680" y="534924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55961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plots/feature_importance.png • plots/train_roc_curve.png • plots/train_test_distribution_comparison.png • submissions/submission_&lt;timestamp&gt;.csv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layout matches the project README and supports fast iteration for Kaggle-style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5146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04088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+ modeling choices tuned for tabular, mixed-type data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8064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554480"/>
            <a:ext cx="53949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fix: converts DAYS_EMPLOYED=365243 to NaN and adds DAYS_EMPLOYED_ANOM flag (18.0% of rows).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median imputation + StandardScaler (stabilizes optimization and model behavior).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most-frequent imputation + OneHotEncoder(handle_unknown="ignore").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 to apply transformations in parallel; outputs a pandas feature table.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5440680" cy="2606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593592"/>
            <a:ext cx="5038344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fix_known_anomalies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anom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365243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"DAYS_EMPLOYED_ANOM"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anom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"DAYS_EMPLOYED"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numeric: median + scaler | categorical: most_frequent + one-hot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preprocessor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ColumnTransformer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960120"/>
            <a:ext cx="496519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143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(top columns)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903720" y="1508760"/>
          <a:ext cx="4480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6903720" y="513892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uses SimpleImputer to ensure models can train with high-missingness housing attributes.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is built lazily to infer categorical vs numerical columns from the input dataframe.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&amp; validation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8064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options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LogisticRegression (lbfgs, max_iter=1000) for a stable, interpretable reference.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LightGBM (n_estimators=800, learning_rate=0.05, subsample=0.8) for non-linear interactions.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wrapped in the same sklearn.Pipeline to avoid train/test skew.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Stratified K-Fold CV prints fold AUC and mean/std to console.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429000"/>
            <a:ext cx="5440680" cy="2606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593592"/>
            <a:ext cx="5038344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try_build_model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prefer_lightgbm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prefer_lightgbm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LGBMClassifier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n_estimators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learning_rate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num_leaves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subsample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colsample_bytree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random_state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LogisticRegression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solver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"lbfgs"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max_iter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random_state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CV uses StratifiedKFold and roc_auc_score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29400" y="960120"/>
            <a:ext cx="496519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143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(training)</a:t>
            </a:r>
            <a:endParaRPr lang="en-US" sz="1400" dirty="0"/>
          </a:p>
        </p:txBody>
      </p:sp>
      <p:pic>
        <p:nvPicPr>
          <p:cNvPr id="13" name="Image 0" descr="/mnt/data/Python_DS/plots/train_roc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0" y="1481328"/>
            <a:ext cx="4229100" cy="3383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903720" y="4956048"/>
            <a:ext cx="4480560" cy="1143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0" y="5074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≈ 0.7487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132320" y="54132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training set as a diagnostic; CV provides the more reliable estimate.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is used when available; the CLI can force a simpler Logistic Regression baseline.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diagnostics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100023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distributions (train vs test)</a:t>
            </a:r>
            <a:endParaRPr lang="en-US" sz="1600" dirty="0"/>
          </a:p>
        </p:txBody>
      </p:sp>
      <p:pic>
        <p:nvPicPr>
          <p:cNvPr id="8" name="Image 0" descr="/mnt/data/Python_DS/plots/train_test_distribut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863" y="1554480"/>
            <a:ext cx="6191794" cy="3611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2120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plots predicted probability densities for both splits.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alignment suggests the model is not producing extreme distribution shift on the provided test set.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useful sanity check before submitting to Kaggle.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are saved under plots/ so results are reviewable and versionable.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653796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(model importance)</a:t>
            </a:r>
            <a:endParaRPr lang="en-US" sz="1600" dirty="0"/>
          </a:p>
        </p:txBody>
      </p:sp>
      <p:pic>
        <p:nvPicPr>
          <p:cNvPr id="8" name="Image 0" descr="/mnt/data/Python_DS/plot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575" y="1508760"/>
            <a:ext cx="565785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69480" y="960120"/>
            <a:ext cx="432511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5438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patterns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43800" y="15544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matter: AMT_GOODS_PRICE and AMT_CREDIT dominate importance.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scores: EXT_SOURCE_2/3 are consistently strong predictors in this competition.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Socio-demographic proxies: e.g., education type and organization type categories appear in the top 20.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directional insights only; use SHAP or permutation importance for deeper explainability.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43800" y="4709160"/>
            <a:ext cx="384048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4112" y="4828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54112" y="5102352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produces interpretable artifacts automatically, enabling rapid iteration and review.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plot is generated from LightGBM gain or Logistic Regression coefficients.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usage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59436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5486400" cy="26060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719072"/>
            <a:ext cx="5084064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run (defaults to Logistic Regression)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poetry run python main.py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Prefer LightGBM, increase folds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poetry run python main.py --prefer-lightgbm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--folds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data folder + explicit output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poetry run python main.py --data-dir data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submissions/my_submission.csv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created automatically: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5486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submissions/submission_&lt;timestamp&gt;.csv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plots/feature_importance.png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plots/train_test_distribution_comparison.png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plots/train_roc_curve.png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960120"/>
            <a:ext cx="487375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95160" y="1143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95160" y="1554480"/>
            <a:ext cx="4343400" cy="23774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96328" y="1719072"/>
            <a:ext cx="39410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Python_DS/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application_train.csv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application_test.csv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plots/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submissions/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main.py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README.md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95160" y="4114800"/>
            <a:ext cx="4343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is deliberately self-contained: easy to run, audit, and extend.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sklearn Pipelines for leak-safe preprocessing and consistent feature handling.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defaults (random_state=42) enable meaningful comparisons across runs.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ready for Kaggle submissions and can be expanded to include additional tables/features.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28016"/>
            <a:ext cx="9875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69880" y="137160"/>
            <a:ext cx="1554480" cy="292608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17373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960120"/>
            <a:ext cx="11000232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10424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and reproducible tabular ML workflow for credit-default prediction.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preprocessing for mixed types (missingness, categoricals, scaling).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 via stratified CV and clear diagnostic artifacts.</a:t>
            </a:r>
            <a:endParaRPr lang="en-US" sz="14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design: swap models, add features, or incorporate additional Kaggle tables.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10424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42900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enhancements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104241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CV out-of-fold predictions for a more faithful ROC curve (vs. training diagnostic).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probability calibration (Platt/Isotonic) if decision thresholds matter.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ratios, interaction terms, and aggregation across auxiliary tables.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SHAP values for LightGBM to quantify per-customer drivers.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Operationalization: save the fitted pipeline (joblib) and add input validation.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4360" y="656539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Python_DS Project</dc:creator>
  <cp:lastModifiedBy>Python_DS Project</cp:lastModifiedBy>
  <cp:revision>1</cp:revision>
  <dcterms:created xsi:type="dcterms:W3CDTF">2026-01-13T17:40:49Z</dcterms:created>
  <dcterms:modified xsi:type="dcterms:W3CDTF">2026-01-13T17:40:49Z</dcterms:modified>
</cp:coreProperties>
</file>